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1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96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185863"/>
            <a:ext cx="6357938" cy="9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800"/>
              </a:lnSpc>
              <a:buNone/>
            </a:pPr>
            <a:r>
              <a:rPr lang="en-US" sz="3400" kern="0" spc="-1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Configurable Static Type Checking for Forth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4375" y="2310557"/>
            <a:ext cx="8422481" cy="3108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800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stack effect calculus to a native Gforth analyzer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4375" y="3228640"/>
            <a:ext cx="8422481" cy="6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Jaanus Pöial
Tallinn University of Technology
EuroForth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50044"/>
            <a:ext cx="788670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Static Type Checking?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7219" y="1301837"/>
            <a:ext cx="7886700" cy="307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1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stack errors before execution.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07219" y="1823665"/>
            <a:ext cx="7886700" cy="307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1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type mismatches early.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07219" y="2345494"/>
            <a:ext cx="7886700" cy="307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1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document word behaviour.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7219" y="2867323"/>
            <a:ext cx="7886700" cy="307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18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Stack-based execution and extensibility complicate analysis.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50044"/>
            <a:ext cx="788670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effects form a calculus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7219" y="1123243"/>
            <a:ext cx="78867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DOMAIN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7219" y="1391134"/>
            <a:ext cx="78867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5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 T* × T* ) </a:t>
            </a:r>
            <a:r>
              <a:rPr lang="en-US" sz="2550" b="1" dirty="0">
                <a:solidFill>
                  <a:srgbClr val="2F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∪</a:t>
            </a:r>
            <a:r>
              <a:rPr lang="en-US" sz="25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Ø }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07219" y="2151943"/>
            <a:ext cx="678656" cy="313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" y="2191234"/>
            <a:ext cx="15374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types: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23288" y="2112652"/>
            <a:ext cx="5829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06229" y="2191234"/>
            <a:ext cx="1155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21757" y="2112652"/>
            <a:ext cx="5829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flag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04698" y="2191234"/>
            <a:ext cx="1155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220226" y="2112652"/>
            <a:ext cx="5829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03167" y="2191234"/>
            <a:ext cx="2832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7219" y="2572810"/>
            <a:ext cx="678656" cy="313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85875" y="2612101"/>
            <a:ext cx="406540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lists; the last type is on the stack top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7219" y="2993678"/>
            <a:ext cx="678656" cy="313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Ø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5875" y="3032968"/>
            <a:ext cx="302878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type-clash symbol (stack error)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7219" y="3432404"/>
            <a:ext cx="678656" cy="313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85875" y="3393114"/>
            <a:ext cx="87444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 -- )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160315" y="3471695"/>
            <a:ext cx="21717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unity stack effect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7219" y="4039009"/>
            <a:ext cx="7886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composition, </a:t>
            </a: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polycyclic monoid.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28613"/>
            <a:ext cx="7886700" cy="408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0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Composition unifies boundaries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07219" y="965802"/>
            <a:ext cx="78867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 s ∈ S: s · Ø = Ø · s = Ø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7219" y="1508727"/>
            <a:ext cx="788670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a, b, c, d, e, f ∈ T*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7219" y="1848055"/>
            <a:ext cx="78867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→ b) · (eb → d) = (ea → d)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07219" y="2194527"/>
            <a:ext cx="78867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→ fc) · (c → d) = (a → fd)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07219" y="2540998"/>
            <a:ext cx="78867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F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Ø, otherwise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7219" y="2962480"/>
            <a:ext cx="7886700" cy="2395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Ø</a:t>
            </a: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zero.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7219" y="3252081"/>
            <a:ext cx="7886700" cy="2395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= ( → )</a:t>
            </a: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unity for composition.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7219" y="3541681"/>
            <a:ext cx="7886700" cy="2395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polycyclic monoid.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50044"/>
            <a:ext cx="788670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Profiles define the types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7219" y="1180393"/>
            <a:ext cx="78867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 EXAMPLE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7219" y="1544724"/>
            <a:ext cx="7886700" cy="353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a-addr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c-addr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07219" y="2119406"/>
            <a:ext cx="7886700" cy="353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07219" y="2694087"/>
            <a:ext cx="7886700" cy="353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2150" b="1" dirty="0">
                <a:solidFill>
                  <a:srgbClr val="00A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1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607219" y="3483080"/>
            <a:ext cx="7000875" cy="616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&lt; u</a:t>
            </a:r>
            <a:r>
              <a:rPr lang="en-US" sz="17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</a:t>
            </a: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7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subtype of </a:t>
            </a: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7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is more exact, and the relation is transitive.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50044"/>
            <a:ext cx="788670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Profiles define word effects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7219" y="1087524"/>
            <a:ext cx="78867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STACK MANIPULATION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7219" y="1426852"/>
            <a:ext cx="7886700" cy="287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 ( x[1] -- x[1] x[1] 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7219" y="1828744"/>
            <a:ext cx="7886700" cy="287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( x -- 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7219" y="2230636"/>
            <a:ext cx="7886700" cy="287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( x[2] x[1] -- x[1] x[2] 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07219" y="2632528"/>
            <a:ext cx="7886700" cy="287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( x[3] x[2] x[1] -- x[2] x[1] x[3] 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07219" y="3034419"/>
            <a:ext cx="7886700" cy="287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 x[2] x[1] -- x[2] x[1] x[2] 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07219" y="3600617"/>
            <a:ext cx="7886700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declaration states the </a:t>
            </a: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suffix</a:t>
            </a: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suffix</a:t>
            </a: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data stack.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21469"/>
            <a:ext cx="7886700" cy="401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9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Example: precise type propagation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07219" y="915516"/>
            <a:ext cx="78867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AND PREDICATE OPERATIONS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07219" y="1154832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( x[1] x[1] -- x[1] ) “same type”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07219" y="1468655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 x x -- x 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07219" y="1782477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0= ( n -- flag 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7219" y="2217744"/>
            <a:ext cx="78867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MEMORY OPERATIONS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7219" y="2457059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 ( -- a-addr 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7219" y="2770882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( a-addr -- x 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7219" y="3084705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( x a-addr -- 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07219" y="3398527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C@ ( c-addr -- char 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07219" y="3712350"/>
            <a:ext cx="7886700" cy="242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4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C! ( char c-addr -- 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07219" y="4133329"/>
            <a:ext cx="7886700" cy="261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composition succeeds when adjacent effects have </a:t>
            </a: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touching suffixes</a:t>
            </a: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07181"/>
            <a:ext cx="7886700" cy="3788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75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Branches meet at one contract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07219" y="843242"/>
            <a:ext cx="788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LOWER BOUND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7219" y="1057554"/>
            <a:ext cx="7886700" cy="219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3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⊓ 0 = 0 r ⊓ s = s ⊓ 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7219" y="1326728"/>
            <a:ext cx="7886700" cy="219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3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a₃ = min(a₁,a₂), b₃ = min(b₁,b₂), c₃ = min(c₁,c₂)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219" y="1595903"/>
            <a:ext cx="7886700" cy="219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3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(c₁a₁ → c₂b₁) ⊓ (a₂ → b₂) = (c₃a₃ → c₃b₃)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7219" y="1907939"/>
            <a:ext cx="78867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when the corresponding type lists are related elementwise; otherwise the result is zero.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7219" y="2247267"/>
            <a:ext cx="78867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SL2008 EXAMPLE: test1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07219" y="2436577"/>
            <a:ext cx="7886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test1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19" y="2650889"/>
            <a:ext cx="7886700" cy="20002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7219" y="2865202"/>
            <a:ext cx="7886700" cy="20002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7219" y="3079514"/>
            <a:ext cx="7886700" cy="20002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7219" y="3293827"/>
            <a:ext cx="7886700" cy="20002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7219" y="3508139"/>
            <a:ext cx="7886700" cy="20002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;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7219" y="3751027"/>
            <a:ext cx="7886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(a-addr[1] a-addr[1] a-addr[1] -- a-addr[1] a-addr[1] a-addr[1])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35987" y="4997053"/>
            <a:ext cx="579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07181"/>
            <a:ext cx="7886700" cy="386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80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Loops use a one-versus-two test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7219" y="814946"/>
            <a:ext cx="7886700" cy="244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may execute many times; a checker needs a stable stack interface across iterations.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7219" y="1180393"/>
            <a:ext cx="788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7219" y="1387562"/>
            <a:ext cx="7886700" cy="320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Π* s = s ⊓ (s · s)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7219" y="1779296"/>
            <a:ext cx="7358063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14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</a:t>
            </a: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element</a:t>
            </a:r>
            <a:r>
              <a:rPr lang="en-US" sz="14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most precisely describes the loop body </a:t>
            </a: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7219" y="2105509"/>
            <a:ext cx="78867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SL2008 EXAMPLE: test2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7219" y="2280531"/>
            <a:ext cx="78867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test2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7219" y="2484127"/>
            <a:ext cx="7886700" cy="196453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19" y="2687724"/>
            <a:ext cx="7886700" cy="196453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OVER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7219" y="2891321"/>
            <a:ext cx="7886700" cy="196453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7219" y="3094918"/>
            <a:ext cx="7886700" cy="196453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7219" y="3298515"/>
            <a:ext cx="7886700" cy="196453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;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7219" y="3552118"/>
            <a:ext cx="78867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(flag[1] flag[1] -- flag[1] flag[1])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78056" y="4997053"/>
            <a:ext cx="11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50044"/>
            <a:ext cx="3972370" cy="353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70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native</a:t>
            </a:r>
            <a:r>
              <a:rPr lang="et-EE" sz="2700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</a:t>
            </a:r>
            <a:r>
              <a:rPr lang="et-EE" sz="2700" dirty="0" err="1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gforth</a:t>
            </a:r>
            <a:r>
              <a:rPr lang="et-EE" sz="270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r>
              <a:rPr lang="en-US" sz="270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evaluator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7219" y="1032272"/>
            <a:ext cx="78867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PROFILES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7219" y="1268016"/>
            <a:ext cx="7886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type hierarchies and primitive stack effects as data.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7219" y="1732359"/>
            <a:ext cx="78867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PARSER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7219" y="1968103"/>
            <a:ext cx="7886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outer interpreter, definitions, and control words.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7219" y="2432447"/>
            <a:ext cx="78867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7219" y="2700338"/>
            <a:ext cx="19205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ev-spec-multiply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27771" y="2696766"/>
            <a:ext cx="108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36490" y="2700338"/>
            <a:ext cx="13204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ev-spec-glb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56912" y="2696766"/>
            <a:ext cx="5101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7020" y="2700338"/>
            <a:ext cx="16805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ev-spec-pistar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47532" y="2696766"/>
            <a:ext cx="577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07219" y="3132534"/>
            <a:ext cx="78867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7219" y="3368278"/>
            <a:ext cx="7886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parsed bodies bottom-up to infer their stack effects.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07219" y="3957638"/>
            <a:ext cx="24516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implementation: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58864" y="3939778"/>
            <a:ext cx="27693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gforth-evaluator.fs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378056" y="4997053"/>
            <a:ext cx="11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364331"/>
            <a:ext cx="788670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3050" kern="0" spc="-1" dirty="0">
                <a:solidFill>
                  <a:srgbClr val="003A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7219" y="1208968"/>
            <a:ext cx="788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7219" y="1544724"/>
            <a:ext cx="7886700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Effect Calculus, indexed wildcards, and greatest lower bound.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7219" y="2181913"/>
            <a:ext cx="788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7219" y="2517670"/>
            <a:ext cx="7886700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profiles define types, primitive effects, and control structures.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7219" y="3154859"/>
            <a:ext cx="788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7219" y="3540621"/>
            <a:ext cx="378362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native Gforth analyzer (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90839" y="3508474"/>
            <a:ext cx="293228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gforth-evaluator.fs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23125" y="3540621"/>
            <a:ext cx="13500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7219" y="4146389"/>
            <a:ext cx="788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7219" y="4482145"/>
            <a:ext cx="7886700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effects and fixed-point loop invariants.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778106" y="4832747"/>
            <a:ext cx="1158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806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Jaanus Pöial</cp:lastModifiedBy>
  <cp:revision>2</cp:revision>
  <dcterms:created xsi:type="dcterms:W3CDTF">2026-08-27T14:01:56Z</dcterms:created>
  <dcterms:modified xsi:type="dcterms:W3CDTF">2026-08-27T14:08:03Z</dcterms:modified>
</cp:coreProperties>
</file>