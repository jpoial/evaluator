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13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459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A70"/>
                </a:solidFill>
              </a:rPr>
              <a:t>Configurable Static Type Checking for Forth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A3A1"/>
                </a:solidFill>
              </a:rPr>
              <a:t>From Stack Effect Calculus to a Native GForth Analyzer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Jaanus Põial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Tallinn University of Technology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EuroForth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Why Static Type Checking?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Detect stack errors before execution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Detect type mismatches early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Precisely document word behaviour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Stack-based execution and extensibility complicate analysis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Research Evolution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1990: Stack Effect Calculus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2002: Typed Wildcards and Inheritance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2006: Typing Tools for Typeless Stack Languages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2026: Configurable Static Type Checking for Forth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What Is a Stack Effect?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RPN example: 2 3 + =&gt; 5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RPN example: 3 4 5 + * =&gt; 27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Example effect: + ( n n -- n 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Programs are sequences of stack transformations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Formal Definition of Stack Effects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E = (T* × T*) ∪ {⊥}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T = type symbols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(a,b) = stack effect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⊥ = type clash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Composition of Stack Effects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e1 · e2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(a b)·(e b d)=(e a d)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1 = ()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Composition analyses straight-line code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Configurable Type Hierarchy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x &gt; addr &gt; c-addr &gt; a-addr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x &gt; n &gt; +n &gt; char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More specific types accepted where general expected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Hierarchy loaded from profile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Why Typed Wildcards?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DUP (x -- x x) hides identity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DUP (X[1] -- X[1] X[1]) makes identity explicit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Types alone are not enough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Track value flow through programs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Tracking Value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DUP (X[1] -- X[1] X[1])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SWAP (X[2] X[1] -- X[1] X[2])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OVER (X[2] X[1] -- X[2] X[1] X[2])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Worked Example: SWAP DUP @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What is the overall stack effect?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Reduction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SWAP → DUP → @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Boundary matches propagate information globally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Final Effect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(a-addr[2] x[1] -&gt; x[1] a-addr[2] x)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Type information and identities preserved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Why Branches Are Difficult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Straight-line code =&gt; one stack state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Conditional code =&gt; two possible stack states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Need a common stack interface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Greatest Lower Bound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glb(e1,e2)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Inputs use subtype; outputs use supertype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GLB Example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(x a-addr -- 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(char c-addr -- 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in ⇒ (char a-addr -- ); out x/char ⇒ x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A Real Forth Example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IF ! ELSE C! THEN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! ( x a-addr -- 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C! ( char c-addr -- )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MAYSWAP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: MAYSWAP IF SWAP THEN ;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Can a single effect capture both possibilities?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MAYSWAP Limitation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Intended: X1 X2 or X2 X1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Current: (X X flag -- X X); path permutation is forgotten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Why Loops Are Difficult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Loops may execute many times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Need stable interface across iterations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Loop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summary = glb(body, body·body)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Compare one pass with two passes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Example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BEGIN SWAP OVER WHILE INVERT REPEAT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Effect: (flag flag -- flag flag)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A Counterexample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P (X[1] X[2] -- X[3] X[1])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What happens after repeated execution?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Repeated Execution of 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23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A B → C A → D C → E D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Original identities gradually disappear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What the Counterexample Shows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Useful approximation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Not a fixed-point analysis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Configurable Types, Effects, and Control Structures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Types are configurable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Effects are configurable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Control structures are configurable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Declarative Control Structures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syntax: IF &lt;then&gt; [ELSE &lt;else&gt;] FI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Control flow described declaratively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From Theory to Tool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Stack Effects → Typed Wildcards → GLB → Loop Summaries → GForth Evaluator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High-Level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Type System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Effect Specifications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Parser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Stack-Effect Evaluator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Diagnostics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0"/>
                </a:solidFill>
              </a:rPr>
              <a:t>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4008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29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Theory: Stack Effect Calculus, Wildcards, GLB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Implementation: Configurable analyzer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2F2F2F"/>
                </a:solidFill>
              </a:rPr>
              <a:t>• Future work: multiple effects, fixed-point loops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799</Words>
  <Application>Microsoft Office PowerPoint</Application>
  <PresentationFormat>Widescreen</PresentationFormat>
  <Paragraphs>167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EuroForth 2026</dc:subject>
  <dc:creator>Jaanus Pöial</dc:creator>
  <cp:lastModifiedBy>Jaanus Pöial</cp:lastModifiedBy>
  <cp:revision>1</cp:revision>
  <dcterms:created xsi:type="dcterms:W3CDTF">2026-08-27T11:54:35Z</dcterms:created>
  <dcterms:modified xsi:type="dcterms:W3CDTF">2026-08-28T05:22:24Z</dcterms:modified>
</cp:coreProperties>
</file>